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239"/>
                </a:solidFill>
              </a:rPr>
              <a:t>1. Title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AI-native financial intelligence for Web3 users.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1/12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2. Market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Web3 users face a fast-moving financial environment where wallet activity, market information, product modules, community updates, and risk signals are scattered across different surfaces.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Key points: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Users need clearer context before making decisions.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Information overload creates friction and uncertainty.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AI can help organize context, but it must be presented with careful risk language.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2/12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3. User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The core problem is not access to information. The core problem is understanding.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Users often ask: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What am I looking at?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Why does it matter?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What risks should I consider?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How does this product experience connect to my wallet and activity?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3/12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4. L3AI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brings AI-assisted context, wallet-aware experiences, product education, and community learning into one structured journey.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The platform helps users: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Organize fragmented Web3 information.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Understand product modules in plain language.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Review wallet-related context with greater awareness.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Learn through community and ecosystem content.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4/12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5. Product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is organized around five product layers: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AI market context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Wallet-aware experience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Product education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Risk-aware user journey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Community and ecosystem learning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Together, these layers create a clearer path from discovery to informed participation.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5/12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6. AI Experience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AI in L3AI is used to support clarity, not certainty.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AI-assisted workflows can: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Summarize market and product context.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Explain complex Web3 concepts.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Reduce noise across information sources.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Support structured review before action.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6/12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7. Trust And Risk Posture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takes a risk-aware approach to product language and user journeys.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The platform avoids: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Guaranteed outcome claims.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Pressure-based conversion language.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Unsupported endorsement claims.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Hype-driven financial messaging.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7/12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8. Community And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supports a community model built around learning, context, and responsible participation.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Community value comes from: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Shared education.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Plain-language product understanding.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Ecosystem awareness.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Safer expectations around digital-asset activity.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8/12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9. Go-To-Market Narrative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can reach users through a content-led and product-led journey: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Website: clear product explanation and FAQ.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Community: education, onboarding, and discussion.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Media: concise product story and risk-aware positioning.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Investor narrative: platform clarity, category opportunity, and operating discipline.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9/12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10. Operating Principles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is built around disciplined communication and product clarity.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Operating principles: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Evidence before claims.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User understanding before conversion.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Risk visibility before action.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Bilingual clarity across English and Simplified Chinese.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10/12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11. Roadmap Narrative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The L3AI roadmap can be communicated as a staged product journey: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Strengthen product education and onboarding.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Expand wallet-aware and AI-assisted experiences.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Improve community learning and ecosystem content.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• Continue refining risk-aware product communication.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11/12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C7C9"/>
          </a:solidFill>
          <a:ln w="12700">
            <a:solidFill>
              <a:srgbClr val="16C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7083"/>
                </a:solidFill>
              </a:rPr>
              <a:t>L3AI / PROD-ENGINE-001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39"/>
                </a:solidFill>
              </a:rPr>
              <a:t>12. Closing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060704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L3AI brings clarity to Web3 finance by combining AI-assisted context, wallet-aware experiences, product education, and community learning.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Closing line: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Understand more clearly. Participate more thoughtfully.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7083"/>
                </a:solidFill>
              </a:rPr>
              <a:t>Local Production Output / Not Published / Approval Required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4190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7083"/>
                </a:solidFill>
              </a:rPr>
              <a:t>12/12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L3AI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L3AI Investor Deck en</dc:title>
  <dc:subject>PROD-ENGINE-001 local production output</dc:subject>
  <dc:creator>L3AI</dc:creator>
  <cp:lastModifiedBy>L3AI</cp:lastModifiedBy>
  <cp:revision>1</cp:revision>
  <dcterms:created xsi:type="dcterms:W3CDTF">2026-06-30T18:14:04Z</dcterms:created>
  <dcterms:modified xsi:type="dcterms:W3CDTF">2026-06-30T18:14:04Z</dcterms:modified>
</cp:coreProperties>
</file>