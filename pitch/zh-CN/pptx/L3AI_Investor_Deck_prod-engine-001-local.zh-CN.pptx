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239"/>
                </a:solidFill>
              </a:rPr>
              <a:t>1. 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面向 Web3 用户的 AI 原生金融智能平台。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2. Market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Web3 用户面对的是快速变化的金融环境，钱包活动、市场信息、产品模块、社区动态和风险信号分散在不同界面中。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要点：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用户在决策前需要更清晰的语境。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信息过载会带来摩擦和不确定性。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AI 可以帮助整理语境，但必须以审慎的风险语言呈现。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3. User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核心问题不是缺少信息，而是难以理解信息。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用户常常会问：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我正在看什么？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这为什么重要？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我应考虑哪些风险？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这个产品体验如何与我的钱包和活动相关？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4. L3AI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将 AI 辅助语境、钱包感知型体验、产品教育和社区学习整合为一个有结构的路径。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平台帮助用户：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整理碎片化 Web3 信息。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用清晰语言理解产品模块。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以更充分的认知查看钱包相关语境。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通过社区和生态内容学习。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5. Product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围绕五个产品层组织：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AI 市场语境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钱包感知型体验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产品教育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风险意识型用户路径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社区与生态学习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这些层共同构成从发现到理性参与的清晰路径。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6. AI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中的 AI 用于支持清晰理解，而不是制造确定性。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AI 辅助工作流可以：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摘要市场与产品语境。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解释复杂 Web3 概念。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减少不同信息来源中的噪音。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支持行动前的结构化查看。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7. Trust And Risk Posture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在产品语言和用户路径中采用风险意识型表达。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平台避免：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结果保证类表述。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压力式转化语言。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未经确认的背书表述。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夸张的金融传播话术。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8. Community And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支持围绕学习、语境和负责任参与建立的社区模式。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社区价值来自：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共同学习。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清晰语言下的产品理解。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生态认知。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围绕数字资产活动的更审慎预期。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9. Go-To-Market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可以通过内容驱动和产品驱动的路径触达用户：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网站：清晰产品说明和常见问题。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社区：教育、入门和讨论。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媒体：简洁产品故事和风险意识型定位。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投资人叙事：平台清晰度、品类机会和运营纪律。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10. Operating Principles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围绕有纪律的沟通和清晰产品表达构建。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运营原则：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先有依据，再做表达。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先让用户理解，再推动行动。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行动之前保持风险可见。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在英文与简体中文中保持含义清晰一致。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11. Roadmap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路线图可以表达为分阶段的产品路径：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强化产品教育和入门体验。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扩展钱包感知型与 AI 辅助体验。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完善社区学习和生态内容。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持续优化风险意识型产品沟通。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12. Closing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通过 AI 辅助语境、钱包感知型体验、产品教育和社区学习，为 Web3 金融带来更清晰的理解方式。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结尾语：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更清楚地理解，更审慎地参与。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L3AI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L3AI Investor Deck zh-CN</dc:title>
  <dc:subject>PROD-ENGINE-001 local production output</dc:subject>
  <dc:creator>L3AI</dc:creator>
  <cp:lastModifiedBy>L3AI</cp:lastModifiedBy>
  <cp:revision>1</cp:revision>
  <dcterms:created xsi:type="dcterms:W3CDTF">2026-06-30T18:14:04Z</dcterms:created>
  <dcterms:modified xsi:type="dcterms:W3CDTF">2026-06-30T18:14:04Z</dcterms:modified>
</cp:coreProperties>
</file>