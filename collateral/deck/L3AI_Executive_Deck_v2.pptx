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a387955574548" /><Relationship Type="http://schemas.openxmlformats.org/officeDocument/2006/relationships/extended-properties" Target="/docProps/app.xml" Id="Rbd8a0e6fc0c74dc5" /><Relationship Type="http://schemas.openxmlformats.org/officeDocument/2006/relationships/officeDocument" Target="/ppt/presentation.xml" Id="R3d3520455743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7aee1b1d814fda"/>
  </p:sldMasterIdLst>
  <p:notesMasterIdLst>
    <p:notesMasterId xmlns:r="http://schemas.openxmlformats.org/officeDocument/2006/relationships" r:id="R89f0b23fd9774971"/>
  </p:notesMasterIdLst>
  <p:sldIdLst>
    <p:sldId xmlns:r="http://schemas.openxmlformats.org/officeDocument/2006/relationships" id="256" r:id="R82ed5925c38f4f9b"/>
    <p:sldId xmlns:r="http://schemas.openxmlformats.org/officeDocument/2006/relationships" id="257" r:id="R64db57234a5c4a5e"/>
    <p:sldId xmlns:r="http://schemas.openxmlformats.org/officeDocument/2006/relationships" id="258" r:id="Rf7af547e3e3a4d81"/>
    <p:sldId xmlns:r="http://schemas.openxmlformats.org/officeDocument/2006/relationships" id="259" r:id="Rd07fec089c9c4282"/>
    <p:sldId xmlns:r="http://schemas.openxmlformats.org/officeDocument/2006/relationships" id="260" r:id="R7cd7d12d20ba4378"/>
    <p:sldId xmlns:r="http://schemas.openxmlformats.org/officeDocument/2006/relationships" id="261" r:id="Ra18d709c09af41b2"/>
    <p:sldId xmlns:r="http://schemas.openxmlformats.org/officeDocument/2006/relationships" id="262" r:id="R1fd28de750684804"/>
    <p:sldId xmlns:r="http://schemas.openxmlformats.org/officeDocument/2006/relationships" id="263" r:id="Racb496b8c4de4640"/>
    <p:sldId xmlns:r="http://schemas.openxmlformats.org/officeDocument/2006/relationships" id="264" r:id="R09256c30d73f4607"/>
    <p:sldId xmlns:r="http://schemas.openxmlformats.org/officeDocument/2006/relationships" id="265" r:id="R926602dcd0d24709"/>
    <p:sldId xmlns:r="http://schemas.openxmlformats.org/officeDocument/2006/relationships" id="266" r:id="R8025c6f769794e89"/>
    <p:sldId xmlns:r="http://schemas.openxmlformats.org/officeDocument/2006/relationships" id="267" r:id="R6fd1be43d16e45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1c85afc14e4105" /><Relationship Type="http://schemas.openxmlformats.org/officeDocument/2006/relationships/slideMaster" Target="/ppt/slideMasters/slideMaster1.xml" Id="R1b7aee1b1d814fda" /><Relationship Type="http://schemas.openxmlformats.org/officeDocument/2006/relationships/notesMaster" Target="/ppt/notesMasters/notesMaster1.xml" Id="R89f0b23fd9774971" /><Relationship Type="http://schemas.openxmlformats.org/officeDocument/2006/relationships/presProps" Target="/ppt/presProps.xml" Id="R3d3009575c2c43e5" /><Relationship Type="http://schemas.openxmlformats.org/officeDocument/2006/relationships/tableStyles" Target="/ppt/tableStyles.xml" Id="R9035ca6609c342f3" /><Relationship Type="http://schemas.openxmlformats.org/officeDocument/2006/relationships/slide" Target="/ppt/slides/slide1.xml" Id="R82ed5925c38f4f9b" /><Relationship Type="http://schemas.openxmlformats.org/officeDocument/2006/relationships/slide" Target="/ppt/slides/slide2.xml" Id="R64db57234a5c4a5e" /><Relationship Type="http://schemas.openxmlformats.org/officeDocument/2006/relationships/slide" Target="/ppt/slides/slide3.xml" Id="Rf7af547e3e3a4d81" /><Relationship Type="http://schemas.openxmlformats.org/officeDocument/2006/relationships/slide" Target="/ppt/slides/slide4.xml" Id="Rd07fec089c9c4282" /><Relationship Type="http://schemas.openxmlformats.org/officeDocument/2006/relationships/slide" Target="/ppt/slides/slide5.xml" Id="R7cd7d12d20ba4378" /><Relationship Type="http://schemas.openxmlformats.org/officeDocument/2006/relationships/slide" Target="/ppt/slides/slide6.xml" Id="Ra18d709c09af41b2" /><Relationship Type="http://schemas.openxmlformats.org/officeDocument/2006/relationships/slide" Target="/ppt/slides/slide7.xml" Id="R1fd28de750684804" /><Relationship Type="http://schemas.openxmlformats.org/officeDocument/2006/relationships/slide" Target="/ppt/slides/slide8.xml" Id="Racb496b8c4de4640" /><Relationship Type="http://schemas.openxmlformats.org/officeDocument/2006/relationships/slide" Target="/ppt/slides/slide9.xml" Id="R09256c30d73f4607" /><Relationship Type="http://schemas.openxmlformats.org/officeDocument/2006/relationships/slide" Target="/ppt/slides/slide10.xml" Id="R926602dcd0d24709" /><Relationship Type="http://schemas.openxmlformats.org/officeDocument/2006/relationships/slide" Target="/ppt/slides/slide11.xml" Id="R8025c6f769794e89" /><Relationship Type="http://schemas.openxmlformats.org/officeDocument/2006/relationships/slide" Target="/ppt/slides/slide12.xml" Id="R6fd1be43d16e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a27ec7545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d62b2ea6a4065" /><Relationship Type="http://schemas.openxmlformats.org/officeDocument/2006/relationships/notesMaster" Target="/ppt/notesMasters/notesMaster1.xml" Id="R51c80346c187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70aab8888a44de" /><Relationship Type="http://schemas.openxmlformats.org/officeDocument/2006/relationships/notesMaster" Target="/ppt/notesMasters/notesMaster1.xml" Id="Rab5d64b5dcda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2f68014fa4867" /><Relationship Type="http://schemas.openxmlformats.org/officeDocument/2006/relationships/notesMaster" Target="/ppt/notesMasters/notesMaster1.xml" Id="R672a0052a7e540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26d40a1014382" /><Relationship Type="http://schemas.openxmlformats.org/officeDocument/2006/relationships/notesMaster" Target="/ppt/notesMasters/notesMaster1.xml" Id="R0bec3c61a4cc41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63ddcbb324a14" /><Relationship Type="http://schemas.openxmlformats.org/officeDocument/2006/relationships/notesMaster" Target="/ppt/notesMasters/notesMaster1.xml" Id="Rb99dfb2cf53b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e42fa434f841ba" /><Relationship Type="http://schemas.openxmlformats.org/officeDocument/2006/relationships/notesMaster" Target="/ppt/notesMasters/notesMaster1.xml" Id="R57426b3b001946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a3bdb3a3d43df" /><Relationship Type="http://schemas.openxmlformats.org/officeDocument/2006/relationships/notesMaster" Target="/ppt/notesMasters/notesMaster1.xml" Id="R43ebaa022c9640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e3cf1b9dec46a2" /><Relationship Type="http://schemas.openxmlformats.org/officeDocument/2006/relationships/notesMaster" Target="/ppt/notesMasters/notesMaster1.xml" Id="R76be802cd24748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7785bf7824bf3" /><Relationship Type="http://schemas.openxmlformats.org/officeDocument/2006/relationships/notesMaster" Target="/ppt/notesMasters/notesMaster1.xml" Id="R5a866e781d584e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c3f6bf7dd417c" /><Relationship Type="http://schemas.openxmlformats.org/officeDocument/2006/relationships/notesMaster" Target="/ppt/notesMasters/notesMaster1.xml" Id="R0dc9562a33134b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a4ba981e1e4579" /><Relationship Type="http://schemas.openxmlformats.org/officeDocument/2006/relationships/notesMaster" Target="/ppt/notesMasters/notesMaster1.xml" Id="Rc7f077319ee045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5e98d5c6eb48d5" /><Relationship Type="http://schemas.openxmlformats.org/officeDocument/2006/relationships/notesMaster" Target="/ppt/notesMasters/notesMaster1.xml" Id="Rfbe2d8ae248b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3e126d462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930f5a5b214cd8" /><Relationship Type="http://schemas.openxmlformats.org/officeDocument/2006/relationships/slideLayout" Target="/ppt/slideLayouts/slideLayout1.xml" Id="R3e49245ed469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9245ed469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b59337c1047f1" /><Relationship Type="http://schemas.openxmlformats.org/officeDocument/2006/relationships/image" Target="/ppt/media/image.png" Id="R561af3e14449495a" /><Relationship Type="http://schemas.openxmlformats.org/officeDocument/2006/relationships/notesSlide" Target="/ppt/notesSlides/notesSlide1.xml" Id="Rfad2cb6e072b44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09c6eab3b43fb" /><Relationship Type="http://schemas.openxmlformats.org/officeDocument/2006/relationships/notesSlide" Target="/ppt/notesSlides/notesSlide2.xml" Id="R606390b262a6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4f85faba4f93" /><Relationship Type="http://schemas.openxmlformats.org/officeDocument/2006/relationships/image" Target="/ppt/media/image2.png" Id="R08c4bf1bd5eb49fe" /><Relationship Type="http://schemas.openxmlformats.org/officeDocument/2006/relationships/notesSlide" Target="/ppt/notesSlides/notesSlide3.xml" Id="Re48d323da9b946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cc290dbe4534" /><Relationship Type="http://schemas.openxmlformats.org/officeDocument/2006/relationships/image" Target="/ppt/media/image3.png" Id="R2feab7659d9e484c" /><Relationship Type="http://schemas.openxmlformats.org/officeDocument/2006/relationships/notesSlide" Target="/ppt/notesSlides/notesSlide4.xml" Id="R3c3b05932f16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558dfff074fb5" /><Relationship Type="http://schemas.openxmlformats.org/officeDocument/2006/relationships/image" Target="/ppt/media/image4.png" Id="Rc743b4d877db4d87" /><Relationship Type="http://schemas.openxmlformats.org/officeDocument/2006/relationships/notesSlide" Target="/ppt/notesSlides/notesSlide5.xml" Id="Rb6f024c0d6784c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f5fe691d64742" /><Relationship Type="http://schemas.openxmlformats.org/officeDocument/2006/relationships/notesSlide" Target="/ppt/notesSlides/notesSlide6.xml" Id="R01333fa720d348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f4b2aa44a4848" /><Relationship Type="http://schemas.openxmlformats.org/officeDocument/2006/relationships/notesSlide" Target="/ppt/notesSlides/notesSlide7.xml" Id="R82aee593e0234c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66e6eb2e8407c" /><Relationship Type="http://schemas.openxmlformats.org/officeDocument/2006/relationships/notesSlide" Target="/ppt/notesSlides/notesSlide8.xml" Id="Re1fd1503b8884e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70418eb234ba2" /><Relationship Type="http://schemas.openxmlformats.org/officeDocument/2006/relationships/notesSlide" Target="/ppt/notesSlides/notesSlide9.xml" Id="R5855f4990ea94d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9994a42d8463e" /><Relationship Type="http://schemas.openxmlformats.org/officeDocument/2006/relationships/image" Target="/ppt/media/image5.png" Id="R1d631adda42a44a0" /><Relationship Type="http://schemas.openxmlformats.org/officeDocument/2006/relationships/notesSlide" Target="/ppt/notesSlides/notesSlide10.xml" Id="R3c0fa5c35a1f41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1d801850b40b0" /><Relationship Type="http://schemas.openxmlformats.org/officeDocument/2006/relationships/notesSlide" Target="/ppt/notesSlides/notesSlide11.xml" Id="R4ce7cf71dd3f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9b40db312484f" /><Relationship Type="http://schemas.openxmlformats.org/officeDocument/2006/relationships/notesSlide" Target="/ppt/notesSlides/notesSlide12.xml" Id="R0fd78b299b30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0A2D1-C321-4C71-B645-53606592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EAFD"/>
                </a:solidFill>
              </a:defRPr>
            </a:pPr>
            <a:r>
              <a:rPr sz="1125" b="1">
                <a:solidFill>
                  <a:srgbClr val="53EAFD"/>
                </a:solidFill>
              </a:rPr>
              <a:t>PUBLIC EXECUTIVE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DCC9B-CC2B-4440-BED0-19A567AC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L3AI organizes Web3 decisions before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45B77-D4B7-4436-80D9-7565E01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A product-led public experience for market context, wallet-aware education, risk boundaries and launch-ready collateral.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C6E4C-07DD-4F7B-B53A-56ACEBB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L3AI Executive Deck v2 | PREMIUM-VIDEO-027 | 01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af3e14449495a"/>
          <a:srcRect xmlns:a="http://schemas.openxmlformats.org/drawingml/2006/main" l="0" t="40251" r="0" b="40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990600"/>
            <a:ext cx="44577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02448-5F66-430E-9F4B-5900D78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434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F38EE-A934-4DA1-B34B-5E11DA3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387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Product-led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24A16-FCC9-446C-922A-BCAD9A55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F5D03-A869-47A2-815F-075C3D9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Review-gated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C9C7-C5F2-4D22-A0C8-28B34F8E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43450"/>
            <a:ext cx="1371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7FFAB-14CF-47D5-9A1F-8BD2A7E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38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Public safe</a:t>
            </a:r>
          </a:p>
        </p:txBody>
      </p:sp>
    </p:spTree>
    <p:extLst>
      <p:ext uri="{BB962C8B-B14F-4D97-AF65-F5344CB8AC3E}">
        <p14:creationId xmlns:p14="http://schemas.microsoft.com/office/powerpoint/2010/main" val="1975100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B5254-8A09-4EDF-9B8E-7C7BC2F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01E63-0EB9-4D1B-BE33-88CB51D2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Web3 users need context, not another file library.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C86FA-781D-4AE5-83B5-A299729D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public experience must explain product journeys, business model and risk boundaries before asking users to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9975F-389D-44EB-A2BD-583BB76E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30E5-729D-424A-91BA-539A3FF0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A768F-BBF6-46F2-A3F6-BE71EF0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91B61-3B95-4EF4-91EB-BD0D8082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Signals are fragmented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D936E-A605-4EAF-A03D-46BC666D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Market data, wallet activity, product language and community claims rarely arrive in one clear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5B2FB-570F-4265-A200-5013CCAE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2DF20-B2C6-4A9C-B0A1-9CB22508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Stakes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22615-CF3B-458E-B7AF-0EC4ECB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Trust is fragile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DE022-8C32-47D3-BAC5-7DB0066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Public claims can outrun product, legal and security review if launch content is not controlled.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C2F97-B42F-46FD-9F7F-E00E9BA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FC018-CE5D-4964-B0C1-6FB7D077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B7592-87F1-49B7-B660-1295F580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L3AI adds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F9D1A-C8CE-405E-9A4B-49444AF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A guided intelligence layer makes product education and review more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713285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E4A6B-998F-44DB-BF36-E9E5BB7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PUBLIC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5C48D-8F28-4A8A-8801-1C12EB4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The homepage now leads with product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DC51D-27A3-47CF-85B3-25680ED4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premium homepage moves the story from downloads to demo-first proof, then routes deeper review by intent.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2B682-C5C1-4F26-B5C1-B59F61D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4bf1bd5eb49fe"/>
          <a:srcRect xmlns:a="http://schemas.openxmlformats.org/drawingml/2006/main" l="0" t="40368" r="0" b="40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819150"/>
            <a:ext cx="476250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B18F5-57B2-434E-8BD1-2BE92904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14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6C8D0-D84D-4956-8237-DD0DB94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35A04-7D84-4BA4-958D-D643089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86200"/>
            <a:ext cx="114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B34C2-8868-4B95-91DF-18E60262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81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2EA28-2417-4993-AB36-53BFB3A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B25A1-1421-495F-A9D0-3F9A69C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Resources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705E4-484C-410C-BA40-66BC8C6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Homepage -&gt; Showcase -&gt; Business model -&gt; Trust boundary -&gt;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8536-EA70-4A52-A42E-B2094E7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03</a:t>
            </a:r>
          </a:p>
        </p:txBody>
      </p:sp>
    </p:spTree>
    <p:extLst>
      <p:ext uri="{BB962C8B-B14F-4D97-AF65-F5344CB8AC3E}">
        <p14:creationId xmlns:p14="http://schemas.microsoft.com/office/powerpoint/2010/main" val="642076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5C0C2-DE2F-44CD-BBEB-D23F3379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03B89-7BCB-40E2-8C6F-B1498E5A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AI Quant is framed as research explanation.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A5FE-71C3-4CC7-8DD4-82A71B7E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story stays ambitious while keeping personal financial decisions outside the public claim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7DFA-A6CF-4B9D-B4CF-ED884EE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ab7659d9e484c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0287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955BC-A1D1-492A-AD46-C3C0B7B8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A891C-3E7A-46F4-99ED-2A247F5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828D7-BEE6-451D-A989-E99D5906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Public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4E513-A48B-46EB-BEDB-3B31E2FB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Market themes and product materials are organized for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9C12-2C29-42A3-A0ED-8B0FA25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E34C9-32C5-41AE-B9E5-94A9C41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DF1AD-3B70-4D83-B394-31032BD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A166B-FDFA-4382-AE46-6421E40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AI language helps compare, summarize and clarify assumptions.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C0CF9-2FA5-4F91-8291-8152C7A5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4C53F-BB40-4329-B30C-FD33E04B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B937B-5E09-4392-AAB3-89A94D4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No 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ED134-A7C8-4849-B6EE-C36F7A1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The public story avoids performance promises and automated trading claims.</a:t>
            </a:r>
          </a:p>
        </p:txBody>
      </p:sp>
    </p:spTree>
    <p:extLst>
      <p:ext uri="{BB962C8B-B14F-4D97-AF65-F5344CB8AC3E}">
        <p14:creationId xmlns:p14="http://schemas.microsoft.com/office/powerpoint/2010/main" val="685315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4E0C1-02E3-4F95-9F0A-BD44DD07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WALLET-AWARE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CE27-03D4-4317-BDCD-9DBDF5F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Wallet context is educational, not exposed.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CC57E-4381-4BAA-91B1-284AE90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public wallet narrative shows verification and record concepts without displaying real private wallet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1AB6-9650-4456-939F-EF3F2DE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3b4d877db4d87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0287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CDB3-A3DA-4C99-AE71-A4A43BE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FCF9-E90E-491F-94E3-DCA42CA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79B8C-E6F2-4AC7-8B5A-0AE69F0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Intent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FB9B4-4214-4617-A345-32B1A655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Users start from visible product or education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0E8F0-FBD7-427C-A347-EB3A3F1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533D7-A78A-4B5E-ADDA-BB3CF67A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523CC-A93C-4328-828C-416EC90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Checkpoints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53ED6-E917-4A55-BA16-255E844D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Risk reminders appear before sensitive product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B50FB-D205-4443-8691-D2949C5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434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19CE6-C79A-4A88-83B5-003CEA5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4E643-180E-4FB4-8DB3-40C48961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Auditability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7C32D-F92A-45F0-9F1F-814F63A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72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Public wording stays high level and avoids backend internals.</a:t>
            </a:r>
          </a:p>
        </p:txBody>
      </p:sp>
    </p:spTree>
    <p:extLst>
      <p:ext uri="{BB962C8B-B14F-4D97-AF65-F5344CB8AC3E}">
        <p14:creationId xmlns:p14="http://schemas.microsoft.com/office/powerpoint/2010/main" val="978912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D4C71-5CCD-4A0F-A152-9A7F3743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C5C42-BCDB-4E32-ABFD-4EAB6FA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The model is understandable without forecasts.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9AFA9-8252-48A4-8277-73174E63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public business story explains audience, experience, trust and growth without inventing revenue metrics.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A83B3-B78F-4F83-AEB6-6D7BC49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D80A7-941B-4EEB-9FC4-9FCB89C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0206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8CD5E-D8E1-4D4E-943C-80FD67E9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Audience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25C0D-58CF-4A16-905C-B9CD085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Users, media, partners, investors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E62E3-1499-4C90-8FCA-B81F3931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48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F6052-7394-407D-A3F6-D556EBC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5E5E6-E0EE-4FC7-91AC-2E635B7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F5278-7E7A-4BB6-84ED-073C6F2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AI context, wallet-aware journeys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0F511-0867-4354-8EFE-3A422AA2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8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2BB10-CD62-42EB-ABCF-7F01FA2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5BD75-4CC3-4C79-B978-9A4A11DB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6471E-7126-4875-96EF-336C697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FAQ, risk language, public manifests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9E584-019A-4C09-AB79-DBB6FEA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48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1E68A-682D-4F4F-88E8-D4B9F283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2455E-82FB-47DD-AED2-8C2011B2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88E9F-82E9-4440-B900-6586771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Education, media kit, partner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0E947-6ADC-4204-8404-C966A5FF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06</a:t>
            </a:r>
          </a:p>
        </p:txBody>
      </p:sp>
    </p:spTree>
    <p:extLst>
      <p:ext uri="{BB962C8B-B14F-4D97-AF65-F5344CB8AC3E}">
        <p14:creationId xmlns:p14="http://schemas.microsoft.com/office/powerpoint/2010/main" val="98236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29B6F-E701-4E02-8778-3564984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EAFD"/>
                </a:solidFill>
              </a:defRPr>
            </a:pPr>
            <a:r>
              <a:rPr sz="1125" b="1">
                <a:solidFill>
                  <a:srgbClr val="53EAFD"/>
                </a:solidFill>
              </a:rP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7C896-7C5E-43F2-A6DA-30E8D345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safety boundary is visible by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675A7-1ED2-455A-BA63-442E352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The public story avoids advice, guaranteed outcomes, fake traction, private data and internal implementation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8E846-FB8D-425F-839E-FDE2D5DF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L3AI Executive Deck v2 | PREMIUM-VIDEO-027 |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B15A-F14B-4FE1-AA05-EC17C801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3676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D8ED6-722A-4A02-8303-496A1B7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2382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investment advice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E289E-0186-48A5-8F85-BC929E2A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28800"/>
            <a:ext cx="3676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2EE07-4AEC-4F11-B59E-4107B1F1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guaranteed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38F70-5B24-465F-B749-66CAECB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3676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EE527-66C8-4B3D-88D2-0801B83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real wallet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5FC7-2E02-4892-BFB6-28EE4C5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3676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09187-1160-4120-A2B5-B7364152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fake traction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43CD5-9C0A-4FE2-B0BC-B044B76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86200"/>
            <a:ext cx="3676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0DEB7-F621-4355-8829-F4E92AF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private source exposure</a:t>
            </a:r>
          </a:p>
        </p:txBody>
      </p:sp>
    </p:spTree>
    <p:extLst>
      <p:ext uri="{BB962C8B-B14F-4D97-AF65-F5344CB8AC3E}">
        <p14:creationId xmlns:p14="http://schemas.microsoft.com/office/powerpoint/2010/main" val="1926363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83E478-D189-409D-A5DB-8FC06D58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49834-3D5F-4920-A3A3-9001F6B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L3AI connects product, education and release governance.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38CB-D046-49E1-8BAC-28DF2E3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system is strongest when public content, demo proof, resources, media and release evidence reinforce one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7C7D9-907C-409A-A364-16476113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B9F2D-4594-4DE1-B0CA-3028648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0206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D773E-C855-4CFE-8A07-4F126DD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L3AI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AD15F-E997-4889-8846-1349EE70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646AF-801F-40E3-947B-5633B32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AI market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D08AF-B79C-4A9D-BC43-33D9C79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D0B91-22CB-43D0-9FFC-F35E9F0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Wallet-aware education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2C219-B77A-409A-9CEC-3C2D84B3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F2008-F5DC-4C07-BFD5-0987EE6B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Public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F9527-E0D5-4286-974B-6F16A558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4F809-981E-48A4-B2A8-E54F90CD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Business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46D9E-913C-4452-905A-9C56730C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5CAC5-A896-4DD6-A08A-293396C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Media 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D31-6CFE-4E8B-BA54-5C05D5A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38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6F59B-190B-4AAC-92D3-DA8AB3F8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14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Risk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955B3-64E3-4EEA-98EC-4A08A72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08</a:t>
            </a:r>
          </a:p>
        </p:txBody>
      </p:sp>
    </p:spTree>
    <p:extLst>
      <p:ext uri="{BB962C8B-B14F-4D97-AF65-F5344CB8AC3E}">
        <p14:creationId xmlns:p14="http://schemas.microsoft.com/office/powerpoint/2010/main" val="1095611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E4BC1-CAEB-4E23-9F5C-A8E43C6E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9B501-E0B0-4FB1-8AAC-0D4F3D57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Current, in progress and planned work stay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20795-B8E0-4A06-BD35-FDBA6B3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This keeps public expectations clear while still showing the larger product direction.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B03A4-95B1-429F-9192-C9C135F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414C6-0AB8-4E13-8910-2B9F202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9636-CC80-4A4F-B8B2-657F5CFE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00130-68C2-434E-ADB6-1F0CD7A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Launch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AE1F6-6028-43CF-8615-78D1647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Premium website, showcase pages, whitepaper, deck, FAQ, media kit and manifests.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CB22B-138C-4F34-B636-421FC36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2476-8618-457A-9386-FC652F5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C06E3-4E9B-48FC-BE63-10596F5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Production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56281-371C-4B56-926F-1CFEF00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Rendered promo video, executive deck v2, QA reports and upgraded public assets.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D7CEC-7052-4908-B23A-2F9259C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B7B68-D9EC-4F55-BE1A-1D27630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Planned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5C225-CD05-4B29-9EB7-BE090CA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Advanced recordings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1ECCD-FBFD-43E1-BCA8-3BEEBBF0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Authenticated product recording, voice-over, motion graphics and deeper localization.</a:t>
            </a:r>
          </a:p>
        </p:txBody>
      </p:sp>
    </p:spTree>
    <p:extLst>
      <p:ext uri="{BB962C8B-B14F-4D97-AF65-F5344CB8AC3E}">
        <p14:creationId xmlns:p14="http://schemas.microsoft.com/office/powerpoint/2010/main" val="1426218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DA4A1-BD21-4237-9535-453432FB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MEDIA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13ED9-1719-44E4-8CB7-D6FAC1E5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The video and website now reinforce each other.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12CAB-B9B1-45BA-88F9-D1947BA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A 3-minute flagship video directs viewers back to the live public demo, deck, resources and verification manifest.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23C0-6146-40FE-88BD-405BDF3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31adda42a44a0"/>
          <a:srcRect xmlns:a="http://schemas.openxmlformats.org/drawingml/2006/main" l="114" t="0" r="1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104900"/>
            <a:ext cx="4629150" cy="260985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AADA0-2AE8-4B2C-9FDD-324F24F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0287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84B58-ECAF-46C1-864B-38BA634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5F768-C797-4A12-BCF6-ADE5FA4F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00500"/>
            <a:ext cx="1390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9CF8A-C14A-43C2-BB14-EB9E7A8B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Subtitles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FAC06-476A-4C58-BF27-56B8F04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1200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95AFE-019A-4780-9597-931B8252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Poster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F13E2-4861-4DA7-B54B-8DB645BC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Rendered locally with ffmpeg and public screenshots.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2F3A2-4974-45F7-963D-747996F6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10</a:t>
            </a:r>
          </a:p>
        </p:txBody>
      </p:sp>
    </p:spTree>
    <p:extLst>
      <p:ext uri="{BB962C8B-B14F-4D97-AF65-F5344CB8AC3E}">
        <p14:creationId xmlns:p14="http://schemas.microsoft.com/office/powerpoint/2010/main" val="562819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F3102-8311-4AC8-903C-04F34A9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03AF6-9920-4430-8460-9F522F3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Public collateral is scored by readiness, not optimism.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3FAF-E232-4EE1-A6E2-0D4D97E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The quality report separates complete production assets from work that still requires human creative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6B1A-60E4-445E-B51E-1A72A6D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L3AI Executive Deck v2 | PREMIUM-VIDEO-027 |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0D63E-8353-4373-9753-C10BF9D3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17574-9A80-4E27-BA59-11E9959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FF757-0A38-4858-9D99-9812E7C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Website and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725ED-12C3-428B-847F-0FD3692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Homepage, showcase, rendered MP4, subtitles and thumbnails.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D3FE7-E56D-44B2-A2B5-158A354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20F4C-BCC7-4496-9A1E-E227619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C64F-6D8E-4D63-8926-9A988B9D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Executive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74528-1DE6-4C4A-905E-7DB7451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Editable PPTX with screenshots, diagrams and concise narrative.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92EA7-9C93-4FC1-90F7-8BFF784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38007-0E1F-47F0-BC7D-DDF94553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Manual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90953-F394-4106-9A5C-F2A57F4A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Creative extras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E5C85-C013-4E0C-8895-9AB9533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672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Voice-over, authenticated recordings and motion graphics remain specialist production.</a:t>
            </a:r>
          </a:p>
        </p:txBody>
      </p:sp>
    </p:spTree>
    <p:extLst>
      <p:ext uri="{BB962C8B-B14F-4D97-AF65-F5344CB8AC3E}">
        <p14:creationId xmlns:p14="http://schemas.microsoft.com/office/powerpoint/2010/main" val="1554306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760D5-A674-440C-860D-63E2122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EAFD"/>
                </a:solidFill>
              </a:defRPr>
            </a:pPr>
            <a:r>
              <a:rPr sz="1125" b="1">
                <a:solidFill>
                  <a:srgbClr val="53EAFD"/>
                </a:solidFill>
              </a:rPr>
              <a:t>NEXT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D6B35-5898-44C3-9BE3-B693916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Use the official public package for controlled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54E37-F405-42E5-894B-EB4C7D0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Start with the video, open the live demo, then use the executive deck and resources for deeper diligence.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2FE84-0197-449D-8048-9018518D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L3AI Executive Deck v2 | PREMIUM-VIDEO-027 |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EDFF-D7CE-4752-A88C-11CCE02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714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B521-0332-4116-BCF2-55770EF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192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Watch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2AB42-1B76-4076-94F1-10AE99F3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200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89E7E-6BAD-4C43-9675-5A68B21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860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Open showcase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41703-969A-44A8-89E6-6ABBF7F8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200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F285A-721C-484B-B775-F35F3FAE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527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Read whitepaper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6210B-8A5E-426C-B946-27293FF5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200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1FB7F-B53E-4603-9325-36F73C1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Verify manifest</a:t>
            </a:r>
          </a:p>
        </p:txBody>
      </p:sp>
    </p:spTree>
    <p:extLst>
      <p:ext uri="{BB962C8B-B14F-4D97-AF65-F5344CB8AC3E}">
        <p14:creationId xmlns:p14="http://schemas.microsoft.com/office/powerpoint/2010/main" val="41405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2026-07-01T20:10:20.4160000Z</dcterms:created>
  <dcterms:modified xsi:type="dcterms:W3CDTF">2026-07-01T20:10:20.4160000Z</dcterms:modified>
</coreProperties>
</file>